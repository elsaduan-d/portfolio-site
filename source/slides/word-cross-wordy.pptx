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9144000" cy="5143500" type="screen16x9"/>
  <p:notesSz cx="6858000" cy="9144000"/>
  <p:embeddedFontLst>
    <p:embeddedFont>
      <p:font typeface="Comfortaa" pitchFamily="2" charset="0"/>
      <p:regular r:id="rId7"/>
      <p:bold r:id="rId8"/>
    </p:embeddedFont>
    <p:embeddedFont>
      <p:font typeface="Urbanist" panose="020B0A04040200000203" pitchFamily="34" charset="77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9"/>
    <p:restoredTop sz="94660"/>
  </p:normalViewPr>
  <p:slideViewPr>
    <p:cSldViewPr snapToGrid="0">
      <p:cViewPr varScale="1">
        <p:scale>
          <a:sx n="110" d="100"/>
          <a:sy n="110" d="100"/>
        </p:scale>
        <p:origin x="176" y="5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35ccc555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35ccc555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35ccc555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35ccc555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35ccc555_0_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535ccc555_0_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35ccc555_0_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535ccc555_0_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7175" y="977425"/>
            <a:ext cx="8419800" cy="39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Rationale for the AI experiences</a:t>
            </a:r>
            <a:endParaRPr b="1" u="sng"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Started with a basic crossword concept → redesigned into an AI-assisted learning tool for </a:t>
            </a:r>
            <a:r>
              <a:rPr lang="en" dirty="0" err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english</a:t>
            </a: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learners. Transforms a traditional crossword into a </a:t>
            </a:r>
            <a:r>
              <a:rPr lang="en" b="1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multi-sensory learning experience</a:t>
            </a: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(text + audio + visual). Players solve crossword clues, and after they correctly complete a word, the app instantly shows the word’s audio pronunciation, meaning, visual images and example sentences. The word is then saved into the learner’s personal Word Note in their profile for review.</a:t>
            </a:r>
            <a:endParaRPr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u="sng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Target Audience</a:t>
            </a:r>
            <a:r>
              <a:rPr lang="en" u="sng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English learners and young children (approx. ages 6–12, beginner–intermediate).</a:t>
            </a:r>
            <a:endParaRPr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u="sng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Learning goals</a:t>
            </a:r>
            <a:r>
              <a:rPr lang="en" u="sng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u="sng"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Build vocabulary through gameplay.</a:t>
            </a:r>
            <a:endParaRPr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Enhance visual-word connections using image support for each word</a:t>
            </a:r>
            <a:endParaRPr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Improve pronunciation using audio support.</a:t>
            </a:r>
            <a:endParaRPr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Strengthen word understanding and usage with examples.</a:t>
            </a:r>
            <a:endParaRPr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Support retrieval through “saved” word notebook / review journal.</a:t>
            </a:r>
            <a:endParaRPr b="1"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67175" y="361825"/>
            <a:ext cx="864345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Word </a:t>
            </a:r>
            <a:r>
              <a:rPr lang="en" sz="2800" dirty="0" err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Cross“Wordy</a:t>
            </a:r>
            <a:r>
              <a:rPr lang="en" sz="2800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”- Yuzhi, </a:t>
            </a:r>
            <a:r>
              <a:rPr lang="en" sz="2800" dirty="0" err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Fengyi</a:t>
            </a:r>
            <a:r>
              <a:rPr lang="en" sz="2800" dirty="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, Mary</a:t>
            </a:r>
            <a:endParaRPr dirty="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 w="9525" cap="flat" cmpd="sng">
            <a:solidFill>
              <a:srgbClr val="F3F4E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126050"/>
            <a:ext cx="8520600" cy="47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00" b="1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Key Iterations</a:t>
            </a:r>
            <a:endParaRPr sz="1300" b="1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Grid layout design:</a:t>
            </a:r>
            <a:b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Adjusted for different word lengths across levels → improved spacing and readability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Visual design:</a:t>
            </a:r>
            <a:b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Shifted from low-contrast grids to </a:t>
            </a: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more saturated, clearer colors</a:t>
            </a: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for better usability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UX flow:</a:t>
            </a:r>
            <a:b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Refined to keep experience mostly on </a:t>
            </a: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one screen (minimal scrolling)</a:t>
            </a:r>
            <a:endParaRPr sz="13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00" b="1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Technical &amp; Design Challenges</a:t>
            </a:r>
            <a:endParaRPr sz="1300" b="1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Image integration via API</a:t>
            </a:r>
            <a:endParaRPr sz="13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API (</a:t>
            </a:r>
            <a:r>
              <a:rPr lang="en" sz="1300">
                <a:solidFill>
                  <a:srgbClr val="188038"/>
                </a:solidFill>
                <a:latin typeface="Urbanist"/>
                <a:ea typeface="Urbanist"/>
                <a:cs typeface="Urbanist"/>
                <a:sym typeface="Urbanist"/>
              </a:rPr>
              <a:t>getWordImage(word)</a:t>
            </a: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Handling missing images with </a:t>
            </a:r>
            <a:r>
              <a:rPr lang="en" sz="1150" b="1">
                <a:solidFill>
                  <a:srgbClr val="2B2D31"/>
                </a:solidFill>
                <a:highlight>
                  <a:srgbClr val="FFFFFF"/>
                </a:highlight>
              </a:rPr>
              <a:t>AI-Generated Illustration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Grid layout::</a:t>
            </a:r>
            <a:endParaRPr sz="13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that adapt to different word lengths and difficulty levels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" sz="13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Word Note system</a:t>
            </a:r>
            <a:endParaRPr sz="13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914400" lvl="1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○"/>
            </a:pPr>
            <a:r>
              <a:rPr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still needs improvement (real-time updates, better review experience)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endParaRPr sz="12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u="sng">
                <a:latin typeface="Urbanist"/>
                <a:ea typeface="Urbanist"/>
                <a:cs typeface="Urbanist"/>
                <a:sym typeface="Urbanist"/>
              </a:rPr>
              <a:t>What would the final version look like after 1 year?</a:t>
            </a:r>
            <a:endParaRPr sz="3200"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8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fully developed </a:t>
            </a:r>
            <a:r>
              <a:rPr lang="en" sz="1408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AI-powered vocabulary learning platform</a:t>
            </a: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for children and English learners</a:t>
            </a:r>
            <a:endParaRPr sz="1408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801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8"/>
              <a:buChar char="●"/>
            </a:pP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Expanded content with </a:t>
            </a:r>
            <a:r>
              <a:rPr lang="en" sz="1408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more themes, levels, and personalized word selection</a:t>
            </a: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based on learner progress</a:t>
            </a:r>
            <a:endParaRPr sz="1408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801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"/>
              <a:buChar char="●"/>
            </a:pP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stronger </a:t>
            </a:r>
            <a:r>
              <a:rPr lang="en" sz="1408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Word Note system</a:t>
            </a: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with saved vocabulary, spaced review, mini quizzes, and pronunciation practice</a:t>
            </a:r>
            <a:endParaRPr sz="1408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801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"/>
              <a:buChar char="●"/>
            </a:pP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Added </a:t>
            </a:r>
            <a:r>
              <a:rPr lang="en" sz="1408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progress tracking</a:t>
            </a: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and a simple </a:t>
            </a:r>
            <a:r>
              <a:rPr lang="en" sz="1408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parent/teacher dashboard</a:t>
            </a: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to monitor learning and review needs</a:t>
            </a:r>
            <a:endParaRPr sz="1408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Overall, a shift from a creative prototype to a </a:t>
            </a:r>
            <a:r>
              <a:rPr lang="en" sz="1408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complete educational product</a:t>
            </a:r>
            <a:r>
              <a:rPr lang="en" sz="1408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that </a:t>
            </a:r>
            <a:r>
              <a:rPr lang="en" sz="1408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supports both engagement and long-term vocabulary growth</a:t>
            </a:r>
            <a:endParaRPr sz="1408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Macintosh PowerPoint</Application>
  <PresentationFormat>On-screen Show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Urbanist</vt:lpstr>
      <vt:lpstr>Comfortaa</vt:lpstr>
      <vt:lpstr>Arial</vt:lpstr>
      <vt:lpstr>Simple Light</vt:lpstr>
      <vt:lpstr>PowerPoint Presentation</vt:lpstr>
      <vt:lpstr>PowerPoint Presentation</vt:lpstr>
      <vt:lpstr>PowerPoint Presentation</vt:lpstr>
      <vt:lpstr>What would the final version look like after 1 year?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Duan, Yuzhi</cp:lastModifiedBy>
  <cp:revision>1</cp:revision>
  <dcterms:modified xsi:type="dcterms:W3CDTF">2026-07-16T01:40:11Z</dcterms:modified>
</cp:coreProperties>
</file>